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aveSubsetFonts="1">
  <p:sldMasterIdLst>
    <p:sldMasterId id="2147483648" r:id="rId4"/>
  </p:sldMasterIdLst>
  <p:notesMasterIdLst>
    <p:notesMasterId r:id="rId11"/>
  </p:notesMasterIdLst>
  <p:sldIdLst>
    <p:sldId id="262" r:id="rId5"/>
    <p:sldId id="277" r:id="rId17"/>
    <p:sldId id="278" r:id="rId18"/>
    <p:sldId id="279" r:id="rId19"/>
    <p:sldId id="280" r:id="rId20"/>
    <p:sldId id="281" r:id="rId21"/>
    <p:sldId id="282" r:id="rId22"/>
    <p:sldId id="260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40ABF93B-A906-684D-9E6F-066862949D28}">
          <p14:sldIdLst>
            <p14:sldId id="262"/>
          </p14:sldIdLst>
        </p14:section>
        <p14:section name="目次" id="{765C4E6A-B60E-F74F-B29C-5E67E9E5F80E}">
          <p14:sldIdLst>
            <p14:sldId id="273"/>
            <p14:sldId id="274"/>
            <p14:sldId id="275"/>
            <p14:sldId id="276"/>
          </p14:sldIdLst>
        </p14:section>
        <p14:section name="サマリーページ" id="{67B52C6A-BAE9-AB45-8F46-E7D73BF656EE}">
          <p14:sldIdLst/>
        </p14:section>
        <p14:section name="本文ページ" id="{9E8024D9-D90F-3C4B-9350-E0D8255C5EE9}">
          <p14:sldIdLst/>
        </p14:section>
        <p14:section name="エンドページ" id="{963FDE01-6650-6C48-8EEF-ED0909724F51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D42A9B-5214-4228-BA62-C1E471E7CB9F}" v="11" dt="2026-06-08T06:17:37.442"/>
    <p1510:client id="{BF8CFFCE-4979-9BA3-6550-972B4F79222A}" v="2" dt="2026-06-08T06:18:16.9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68979-0868-F54B-8A16-EF87B52717AD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F45815-7ED5-2B47-9FD5-7208D8EB2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5875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3400" b="1"/>
            </a:lvl1pPr>
          </a:lstStyle>
          <a:p>
            <a:r>
              <a:rPr kumimoji="1" lang="ja-JP" altLang="en-US"/>
              <a:t>プレゼンテーションタイトル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05AB8B9-08DE-BBE7-B565-5DA7F266CE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3600000"/>
            <a:ext cx="11340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住友商事株式会社 </a:t>
            </a:r>
            <a:r>
              <a:rPr kumimoji="1" lang="en-US" altLang="ja-JP"/>
              <a:t>| 2026</a:t>
            </a:r>
            <a:r>
              <a:rPr kumimoji="1" lang="ja-JP" altLang="en-US"/>
              <a:t>年</a:t>
            </a:r>
            <a:r>
              <a:rPr kumimoji="1" lang="en-US" altLang="ja-JP"/>
              <a:t>0</a:t>
            </a:r>
            <a:r>
              <a:rPr kumimoji="1" lang="ja-JP" altLang="en-US"/>
              <a:t>月</a:t>
            </a:r>
            <a:r>
              <a:rPr kumimoji="1" lang="en-US" altLang="ja-JP"/>
              <a:t>0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848432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7999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3400" b="1"/>
            </a:lvl1pPr>
          </a:lstStyle>
          <a:p>
            <a:r>
              <a:rPr kumimoji="1" lang="ja-JP" altLang="en-US"/>
              <a:t>プレゼンテーションタイトル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05AB8B9-08DE-BBE7-B565-5DA7F266CE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3600000"/>
            <a:ext cx="11340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住友商事株式会社 </a:t>
            </a:r>
            <a:r>
              <a:rPr kumimoji="1" lang="en-US" altLang="ja-JP"/>
              <a:t>| 2026</a:t>
            </a:r>
            <a:r>
              <a:rPr kumimoji="1" lang="ja-JP" altLang="en-US"/>
              <a:t>年</a:t>
            </a:r>
            <a:r>
              <a:rPr kumimoji="1" lang="en-US" altLang="ja-JP"/>
              <a:t>0</a:t>
            </a:r>
            <a:r>
              <a:rPr kumimoji="1" lang="ja-JP" altLang="en-US"/>
              <a:t>月</a:t>
            </a:r>
            <a:r>
              <a:rPr kumimoji="1" lang="en-US" altLang="ja-JP"/>
              <a:t>0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3972687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3400" b="1"/>
            </a:lvl1pPr>
          </a:lstStyle>
          <a:p>
            <a:r>
              <a:rPr kumimoji="1" lang="ja-JP" altLang="en-US"/>
              <a:t>プレゼンテーションタイトル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05AB8B9-08DE-BBE7-B565-5DA7F266CE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3600000"/>
            <a:ext cx="11340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住友商事株式会社 </a:t>
            </a:r>
            <a:r>
              <a:rPr kumimoji="1" lang="en-US" altLang="ja-JP"/>
              <a:t>| 2026</a:t>
            </a:r>
            <a:r>
              <a:rPr kumimoji="1" lang="ja-JP" altLang="en-US"/>
              <a:t>年</a:t>
            </a:r>
            <a:r>
              <a:rPr kumimoji="1" lang="en-US" altLang="ja-JP"/>
              <a:t>0</a:t>
            </a:r>
            <a:r>
              <a:rPr kumimoji="1" lang="ja-JP" altLang="en-US"/>
              <a:t>月</a:t>
            </a:r>
            <a:r>
              <a:rPr kumimoji="1" lang="en-US" altLang="ja-JP"/>
              <a:t>0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33633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34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プレゼンテーションタイトル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05AB8B9-08DE-BBE7-B565-5DA7F266CE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3600000"/>
            <a:ext cx="11340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住友商事株式会社 </a:t>
            </a:r>
            <a:r>
              <a:rPr kumimoji="1" lang="en-US" altLang="ja-JP"/>
              <a:t>| 2026</a:t>
            </a:r>
            <a:r>
              <a:rPr kumimoji="1" lang="ja-JP" altLang="en-US"/>
              <a:t>年</a:t>
            </a:r>
            <a:r>
              <a:rPr kumimoji="1" lang="en-US" altLang="ja-JP"/>
              <a:t>0</a:t>
            </a:r>
            <a:r>
              <a:rPr kumimoji="1" lang="ja-JP" altLang="en-US"/>
              <a:t>月</a:t>
            </a:r>
            <a:r>
              <a:rPr kumimoji="1" lang="en-US" altLang="ja-JP"/>
              <a:t>0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560531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34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プレゼンテーションタイトル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05AB8B9-08DE-BBE7-B565-5DA7F266CE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3600000"/>
            <a:ext cx="11340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住友商事株式会社 </a:t>
            </a:r>
            <a:r>
              <a:rPr kumimoji="1" lang="en-US" altLang="ja-JP"/>
              <a:t>| 2026</a:t>
            </a:r>
            <a:r>
              <a:rPr kumimoji="1" lang="ja-JP" altLang="en-US"/>
              <a:t>年</a:t>
            </a:r>
            <a:r>
              <a:rPr kumimoji="1" lang="en-US" altLang="ja-JP"/>
              <a:t>0</a:t>
            </a:r>
            <a:r>
              <a:rPr kumimoji="1" lang="ja-JP" altLang="en-US"/>
              <a:t>月</a:t>
            </a:r>
            <a:r>
              <a:rPr kumimoji="1" lang="en-US" altLang="ja-JP"/>
              <a:t>0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206550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3D36030F-F7F6-89D9-1E8B-919C67F352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8D66E334-2179-BD8B-4C78-D88148BB3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4" y="441326"/>
            <a:ext cx="7396161" cy="503237"/>
          </a:xfrm>
          <a:prstGeom prst="rect">
            <a:avLst/>
          </a:prstGeom>
        </p:spPr>
        <p:txBody>
          <a:bodyPr lIns="36000" tIns="36000" rIns="36000" bIns="36000" anchor="b"/>
          <a:lstStyle>
            <a:lvl1pPr>
              <a:defRPr sz="2800"/>
            </a:lvl1pPr>
          </a:lstStyle>
          <a:p>
            <a:r>
              <a:rPr kumimoji="1" lang="en-US" altLang="ja-JP"/>
              <a:t>Contents</a:t>
            </a:r>
            <a:endParaRPr kumimoji="1" lang="ja-JP" altLang="en-US"/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23F89F8F-E526-55AE-57FE-D1A6B513F5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916" y="1700210"/>
            <a:ext cx="7920000" cy="3240000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 marL="531813" marR="0" indent="-531813" algn="l" defTabSz="914400" rtl="0" eaLnBrk="1" fontAlgn="auto" latinLnBrk="0" hangingPunct="1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49250" algn="l"/>
                <a:tab pos="700088" algn="l"/>
                <a:tab pos="2616200" algn="l"/>
                <a:tab pos="7285038" algn="l"/>
              </a:tabLst>
              <a:defRPr sz="2000" b="1" i="0" baseline="0">
                <a:latin typeface="+mn-ea"/>
                <a:ea typeface="+mn-ea"/>
              </a:defRPr>
            </a:lvl1pPr>
          </a:lstStyle>
          <a:p>
            <a:pPr marL="568800" marR="0" lvl="0" indent="-56880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349250" algn="l"/>
                <a:tab pos="700088" algn="l"/>
                <a:tab pos="2616200" algn="l"/>
                <a:tab pos="7285038" algn="l"/>
              </a:tabLst>
              <a:defRPr/>
            </a:pPr>
            <a:r>
              <a:rPr kumimoji="1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01</a:t>
            </a: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　セクションタイトル</a:t>
            </a: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2400" b="1" i="0" u="dotted" strike="noStrike" kern="1200" cap="none" spc="0" normalizeH="0" baseline="4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	 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00</a:t>
            </a:r>
          </a:p>
          <a:p>
            <a:pPr marL="568800" marR="0" lvl="0" indent="-56880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349250" algn="l"/>
                <a:tab pos="700088" algn="l"/>
                <a:tab pos="2616200" algn="l"/>
                <a:tab pos="7285038" algn="l"/>
              </a:tabLst>
              <a:defRPr/>
            </a:pPr>
            <a:r>
              <a:rPr kumimoji="1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02</a:t>
            </a: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　セクションタイトル </a:t>
            </a:r>
            <a:r>
              <a:rPr kumimoji="1" lang="en-US" altLang="ja-JP" sz="2400" b="1" i="0" u="dotted" strike="noStrike" kern="1200" cap="none" spc="0" normalizeH="0" baseline="4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	 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00</a:t>
            </a:r>
          </a:p>
          <a:p>
            <a:pPr marL="568800" marR="0" lvl="0" indent="-56880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349250" algn="l"/>
                <a:tab pos="700088" algn="l"/>
                <a:tab pos="2616200" algn="l"/>
                <a:tab pos="7285038" algn="l"/>
              </a:tabLst>
              <a:defRPr/>
            </a:pPr>
            <a:r>
              <a:rPr kumimoji="1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03</a:t>
            </a: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　セクションタイトル </a:t>
            </a:r>
            <a:r>
              <a:rPr kumimoji="1" lang="en-US" altLang="ja-JP" sz="2400" b="1" i="0" u="dotted" strike="noStrike" kern="1200" cap="none" spc="0" normalizeH="0" baseline="4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	 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00</a:t>
            </a:r>
          </a:p>
          <a:p>
            <a:pPr marL="568800" marR="0" lvl="0" indent="-56880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349250" algn="l"/>
                <a:tab pos="700088" algn="l"/>
                <a:tab pos="2616200" algn="l"/>
                <a:tab pos="7285038" algn="l"/>
              </a:tabLst>
              <a:defRPr/>
            </a:pPr>
            <a:r>
              <a:rPr kumimoji="1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04</a:t>
            </a: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　セクションタイトル</a:t>
            </a: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2400" b="1" i="0" u="dotted" strike="noStrike" kern="1200" cap="none" spc="0" normalizeH="0" baseline="4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	 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00</a:t>
            </a:r>
          </a:p>
          <a:p>
            <a:pPr marL="568800" marR="0" lvl="0" indent="-56880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349250" algn="l"/>
                <a:tab pos="700088" algn="l"/>
                <a:tab pos="2616200" algn="l"/>
                <a:tab pos="7285038" algn="l"/>
              </a:tabLst>
              <a:defRPr/>
            </a:pPr>
            <a:r>
              <a:rPr kumimoji="1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05</a:t>
            </a: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　セクションタイトル</a:t>
            </a: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2400" b="1" i="0" u="dotted" strike="noStrike" kern="1200" cap="none" spc="0" normalizeH="0" baseline="4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	 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 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84794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サマリー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EA7C3B71-4618-9A75-67A2-F42168787C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B4FCAA3-5990-811C-E439-02883A4ACB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788" y="1700213"/>
            <a:ext cx="11304000" cy="36000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リード文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2B465CF-8AE5-2EC2-9548-C1BDA7AA9C6C}"/>
              </a:ext>
            </a:extLst>
          </p:cNvPr>
          <p:cNvSpPr txBox="1"/>
          <p:nvPr userDrawn="1"/>
        </p:nvSpPr>
        <p:spPr>
          <a:xfrm>
            <a:off x="10728000" y="6588000"/>
            <a:ext cx="1078787" cy="180000"/>
          </a:xfrm>
          <a:prstGeom prst="rect">
            <a:avLst/>
          </a:prstGeom>
          <a:noFill/>
        </p:spPr>
        <p:txBody>
          <a:bodyPr wrap="square" lIns="36000" tIns="0" rIns="36000" bIns="36000" rtlCol="0">
            <a:spAutoFit/>
          </a:bodyPr>
          <a:lstStyle/>
          <a:p>
            <a:pPr algn="r"/>
            <a:fld id="{6F9B6F7D-E57B-CF41-B692-3815F51E7F20}" type="slidenum">
              <a:rPr kumimoji="1" lang="en-US" altLang="ja-JP" sz="1200" smtClean="0">
                <a:solidFill>
                  <a:schemeClr val="tx2"/>
                </a:solidFill>
              </a:rPr>
              <a:pPr algn="r"/>
              <a:t>‹#›</a:t>
            </a:fld>
            <a:endParaRPr kumimoji="1" lang="ja-JP" altLang="en-US" sz="1200">
              <a:solidFill>
                <a:schemeClr val="tx2"/>
              </a:solidFill>
            </a:endParaRPr>
          </a:p>
        </p:txBody>
      </p:sp>
      <p:sp>
        <p:nvSpPr>
          <p:cNvPr id="4" name="テキスト プレースホルダー 6">
            <a:extLst>
              <a:ext uri="{FF2B5EF4-FFF2-40B4-BE49-F238E27FC236}">
                <a16:creationId xmlns:a16="http://schemas.microsoft.com/office/drawing/2014/main" id="{041C1FDF-7884-024B-ED48-5C7BBCBD96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787" y="2313799"/>
            <a:ext cx="11303999" cy="42108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/>
            </a:lvl1pPr>
            <a:lvl2pPr indent="0">
              <a:lnSpc>
                <a:spcPts val="2400"/>
              </a:lnSpc>
              <a:buNone/>
              <a:defRPr/>
            </a:lvl2pPr>
            <a:lvl3pPr indent="0">
              <a:lnSpc>
                <a:spcPts val="2400"/>
              </a:lnSpc>
              <a:buNone/>
              <a:defRPr/>
            </a:lvl3pPr>
            <a:lvl4pPr indent="0">
              <a:lnSpc>
                <a:spcPts val="2400"/>
              </a:lnSpc>
              <a:buNone/>
              <a:defRPr/>
            </a:lvl4pPr>
            <a:lvl5pPr indent="0">
              <a:lnSpc>
                <a:spcPts val="2400"/>
              </a:lnSpc>
              <a:buNone/>
              <a:defRPr/>
            </a:lvl5pPr>
          </a:lstStyle>
          <a:p>
            <a:pPr lvl="0"/>
            <a:r>
              <a:rPr kumimoji="1" lang="ja-JP" altLang="en-US"/>
              <a:t>本文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470C54AA-4B52-74AB-B03F-BD262968F0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788" y="537550"/>
            <a:ext cx="11304000" cy="3600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sz="2600" b="1"/>
            </a:lvl1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7" name="テキスト プレースホルダー 5">
            <a:extLst>
              <a:ext uri="{FF2B5EF4-FFF2-40B4-BE49-F238E27FC236}">
                <a16:creationId xmlns:a16="http://schemas.microsoft.com/office/drawing/2014/main" id="{EEB7B95B-D435-2DEF-6B12-B957AF84A5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788" y="261325"/>
            <a:ext cx="11304000" cy="18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1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セクションタイトル</a:t>
            </a:r>
          </a:p>
        </p:txBody>
      </p:sp>
    </p:spTree>
    <p:extLst>
      <p:ext uri="{BB962C8B-B14F-4D97-AF65-F5344CB8AC3E}">
        <p14:creationId xmlns:p14="http://schemas.microsoft.com/office/powerpoint/2010/main" val="760175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（グラフィック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5212B6-4BC0-79E3-9F09-9D12B4E83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54F0-8970-FF33-9DDA-074E63943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561" y="2238231"/>
            <a:ext cx="9720000" cy="1080000"/>
          </a:xfrm>
          <a:prstGeom prst="rect">
            <a:avLst/>
          </a:prstGeom>
        </p:spPr>
        <p:txBody>
          <a:bodyPr lIns="0" tIns="36000" rIns="0" bIns="36000"/>
          <a:lstStyle>
            <a:lvl1pPr>
              <a:lnSpc>
                <a:spcPts val="4600"/>
              </a:lnSpc>
              <a:defRPr sz="3600" b="1"/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FE9AD42F-0C18-8DB3-0D9E-9F6258BFD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9" y="3600000"/>
            <a:ext cx="3420000" cy="16200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0000">
                <a:solidFill>
                  <a:schemeClr val="tx2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>
                <a:latin typeface="+mj-lt"/>
              </a:rPr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6709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1（写真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5212B6-4BC0-79E3-9F09-9D12B4E83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4" y="0"/>
            <a:ext cx="12189291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54F0-8970-FF33-9DDA-074E63943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561" y="2238231"/>
            <a:ext cx="9720000" cy="1080000"/>
          </a:xfrm>
          <a:prstGeom prst="rect">
            <a:avLst/>
          </a:prstGeom>
        </p:spPr>
        <p:txBody>
          <a:bodyPr lIns="0" tIns="36000" rIns="0" bIns="36000"/>
          <a:lstStyle>
            <a:lvl1pPr>
              <a:lnSpc>
                <a:spcPts val="4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FE9AD42F-0C18-8DB3-0D9E-9F6258BFD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9" y="3600000"/>
            <a:ext cx="3420000" cy="16200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0000">
                <a:solidFill>
                  <a:schemeClr val="tx2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>
                <a:latin typeface="+mj-lt"/>
              </a:rPr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7333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2（写真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5212B6-4BC0-79E3-9F09-9D12B4E83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4" y="429"/>
            <a:ext cx="12189291" cy="685714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54F0-8970-FF33-9DDA-074E63943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561" y="2238231"/>
            <a:ext cx="9720000" cy="1080000"/>
          </a:xfrm>
          <a:prstGeom prst="rect">
            <a:avLst/>
          </a:prstGeom>
        </p:spPr>
        <p:txBody>
          <a:bodyPr lIns="0" tIns="36000" rIns="0" bIns="36000"/>
          <a:lstStyle>
            <a:lvl1pPr>
              <a:lnSpc>
                <a:spcPts val="4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FE9AD42F-0C18-8DB3-0D9E-9F6258BFD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9" y="3600000"/>
            <a:ext cx="3420000" cy="16200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0000">
                <a:solidFill>
                  <a:schemeClr val="tx2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>
                <a:latin typeface="+mj-lt"/>
              </a:rPr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8100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3（写真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5212B6-4BC0-79E3-9F09-9D12B4E83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5" y="429"/>
            <a:ext cx="12189289" cy="685714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54F0-8970-FF33-9DDA-074E63943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561" y="2238231"/>
            <a:ext cx="9720000" cy="1080000"/>
          </a:xfrm>
          <a:prstGeom prst="rect">
            <a:avLst/>
          </a:prstGeom>
        </p:spPr>
        <p:txBody>
          <a:bodyPr lIns="0" tIns="36000" rIns="0" bIns="36000"/>
          <a:lstStyle>
            <a:lvl1pPr>
              <a:lnSpc>
                <a:spcPts val="4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FE9AD42F-0C18-8DB3-0D9E-9F6258BFD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9" y="3600000"/>
            <a:ext cx="3420000" cy="16200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0000">
                <a:solidFill>
                  <a:schemeClr val="tx2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>
                <a:latin typeface="+mj-lt"/>
              </a:rPr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6840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4（写真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5212B6-4BC0-79E3-9F09-9D12B4E83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16" y="429"/>
            <a:ext cx="12187766" cy="685714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54F0-8970-FF33-9DDA-074E63943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561" y="2238231"/>
            <a:ext cx="9720000" cy="1080000"/>
          </a:xfrm>
          <a:prstGeom prst="rect">
            <a:avLst/>
          </a:prstGeom>
        </p:spPr>
        <p:txBody>
          <a:bodyPr lIns="0" tIns="36000" rIns="0" bIns="36000"/>
          <a:lstStyle>
            <a:lvl1pPr>
              <a:lnSpc>
                <a:spcPts val="4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FE9AD42F-0C18-8DB3-0D9E-9F6258BFD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9" y="3600000"/>
            <a:ext cx="3420000" cy="16200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0000">
                <a:solidFill>
                  <a:schemeClr val="tx2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>
                <a:latin typeface="+mj-lt"/>
              </a:rPr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9909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5（写真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5212B6-4BC0-79E3-9F09-9D12B4E83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16" y="858"/>
            <a:ext cx="12187766" cy="685628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54F0-8970-FF33-9DDA-074E63943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561" y="2238231"/>
            <a:ext cx="9720000" cy="1080000"/>
          </a:xfrm>
          <a:prstGeom prst="rect">
            <a:avLst/>
          </a:prstGeom>
        </p:spPr>
        <p:txBody>
          <a:bodyPr lIns="0" tIns="36000" rIns="0" bIns="36000"/>
          <a:lstStyle>
            <a:lvl1pPr>
              <a:lnSpc>
                <a:spcPts val="4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FE9AD42F-0C18-8DB3-0D9E-9F6258BFD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9" y="3600000"/>
            <a:ext cx="3420000" cy="16200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0000">
                <a:solidFill>
                  <a:schemeClr val="tx2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>
                <a:latin typeface="+mj-lt"/>
              </a:rPr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19137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6（写真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5212B6-4BC0-79E3-9F09-9D12B4E83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17" y="858"/>
            <a:ext cx="12187764" cy="685628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54F0-8970-FF33-9DDA-074E63943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561" y="2238231"/>
            <a:ext cx="9720000" cy="1080000"/>
          </a:xfrm>
          <a:prstGeom prst="rect">
            <a:avLst/>
          </a:prstGeom>
        </p:spPr>
        <p:txBody>
          <a:bodyPr lIns="0" tIns="36000" rIns="0" bIns="36000"/>
          <a:lstStyle>
            <a:lvl1pPr>
              <a:lnSpc>
                <a:spcPts val="4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FE9AD42F-0C18-8DB3-0D9E-9F6258BFDC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9" y="3600000"/>
            <a:ext cx="3420000" cy="16200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0000">
                <a:solidFill>
                  <a:schemeClr val="tx2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>
                <a:latin typeface="+mj-lt"/>
              </a:rPr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969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1（グリッ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A8ACCC-6192-B48E-0DE8-21DB80933C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788" y="537550"/>
            <a:ext cx="11304000" cy="3600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sz="2600" b="1"/>
            </a:lvl1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54FF82FA-83D6-2870-F11D-E56B31FE29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788" y="261325"/>
            <a:ext cx="11304000" cy="18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1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セクションタイトル</a:t>
            </a: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B4FCAA3-5990-811C-E439-02883A4ACB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788" y="943325"/>
            <a:ext cx="113040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リード文</a:t>
            </a:r>
          </a:p>
        </p:txBody>
      </p:sp>
      <p:sp>
        <p:nvSpPr>
          <p:cNvPr id="16" name="コンテンツ プレースホルダー 15">
            <a:extLst>
              <a:ext uri="{FF2B5EF4-FFF2-40B4-BE49-F238E27FC236}">
                <a16:creationId xmlns:a16="http://schemas.microsoft.com/office/drawing/2014/main" id="{68D483B6-9E5C-E6FF-23F3-0F8B14FA29A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57788" y="1707538"/>
            <a:ext cx="11291300" cy="481708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1800"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本文／図表／グラフなど</a:t>
            </a:r>
          </a:p>
        </p:txBody>
      </p:sp>
    </p:spTree>
    <p:extLst>
      <p:ext uri="{BB962C8B-B14F-4D97-AF65-F5344CB8AC3E}">
        <p14:creationId xmlns:p14="http://schemas.microsoft.com/office/powerpoint/2010/main" val="4276278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2（グリッ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図プレースホルダー 13">
            <a:extLst>
              <a:ext uri="{FF2B5EF4-FFF2-40B4-BE49-F238E27FC236}">
                <a16:creationId xmlns:a16="http://schemas.microsoft.com/office/drawing/2014/main" id="{3464DECF-362B-37C7-DE74-A70D582D33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11900" y="1707538"/>
            <a:ext cx="5421600" cy="4817086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336FD94B-A383-2887-ECD6-69A74A8A9B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788" y="1707537"/>
            <a:ext cx="5421600" cy="48170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/>
            </a:lvl1pPr>
            <a:lvl2pPr indent="0">
              <a:lnSpc>
                <a:spcPts val="2400"/>
              </a:lnSpc>
              <a:buNone/>
              <a:defRPr/>
            </a:lvl2pPr>
            <a:lvl3pPr indent="0">
              <a:lnSpc>
                <a:spcPts val="2400"/>
              </a:lnSpc>
              <a:buNone/>
              <a:defRPr/>
            </a:lvl3pPr>
            <a:lvl4pPr indent="0">
              <a:lnSpc>
                <a:spcPts val="2400"/>
              </a:lnSpc>
              <a:buNone/>
              <a:defRPr/>
            </a:lvl4pPr>
            <a:lvl5pPr indent="0">
              <a:lnSpc>
                <a:spcPts val="2400"/>
              </a:lnSpc>
              <a:buNone/>
              <a:defRPr/>
            </a:lvl5pPr>
          </a:lstStyle>
          <a:p>
            <a:pPr lvl="0"/>
            <a:r>
              <a:rPr kumimoji="1" lang="ja-JP" altLang="en-US"/>
              <a:t>本文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E215BB28-FA02-AD5C-081A-45EE98AFB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788" y="537550"/>
            <a:ext cx="11304000" cy="3600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sz="2600" b="1"/>
            </a:lvl1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5" name="テキスト プレースホルダー 5">
            <a:extLst>
              <a:ext uri="{FF2B5EF4-FFF2-40B4-BE49-F238E27FC236}">
                <a16:creationId xmlns:a16="http://schemas.microsoft.com/office/drawing/2014/main" id="{BA750AC6-C963-5306-FA81-2F736C4205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788" y="261325"/>
            <a:ext cx="11304000" cy="18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1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セクションタイトル</a:t>
            </a:r>
          </a:p>
        </p:txBody>
      </p:sp>
      <p:sp>
        <p:nvSpPr>
          <p:cNvPr id="7" name="テキスト プレースホルダー 7">
            <a:extLst>
              <a:ext uri="{FF2B5EF4-FFF2-40B4-BE49-F238E27FC236}">
                <a16:creationId xmlns:a16="http://schemas.microsoft.com/office/drawing/2014/main" id="{AF79DEFF-7A0E-005D-3F9A-AD1F3F6D3E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788" y="943325"/>
            <a:ext cx="113040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リード文</a:t>
            </a:r>
          </a:p>
        </p:txBody>
      </p:sp>
    </p:spTree>
    <p:extLst>
      <p:ext uri="{BB962C8B-B14F-4D97-AF65-F5344CB8AC3E}">
        <p14:creationId xmlns:p14="http://schemas.microsoft.com/office/powerpoint/2010/main" val="9905779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3（グリッ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CA8D05E6-F229-D56F-0037-26F0A0995E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788" y="1707537"/>
            <a:ext cx="3477600" cy="48170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/>
            </a:lvl1pPr>
            <a:lvl2pPr indent="0">
              <a:lnSpc>
                <a:spcPts val="2400"/>
              </a:lnSpc>
              <a:buNone/>
              <a:defRPr/>
            </a:lvl2pPr>
            <a:lvl3pPr indent="0">
              <a:lnSpc>
                <a:spcPts val="2400"/>
              </a:lnSpc>
              <a:buNone/>
              <a:defRPr/>
            </a:lvl3pPr>
            <a:lvl4pPr indent="0">
              <a:lnSpc>
                <a:spcPts val="2400"/>
              </a:lnSpc>
              <a:buNone/>
              <a:defRPr/>
            </a:lvl4pPr>
            <a:lvl5pPr indent="0">
              <a:lnSpc>
                <a:spcPts val="2400"/>
              </a:lnSpc>
              <a:buNone/>
              <a:defRPr/>
            </a:lvl5pPr>
          </a:lstStyle>
          <a:p>
            <a:pPr lvl="0"/>
            <a:r>
              <a:rPr kumimoji="1" lang="ja-JP" altLang="en-US"/>
              <a:t>本文</a:t>
            </a:r>
          </a:p>
        </p:txBody>
      </p:sp>
      <p:sp>
        <p:nvSpPr>
          <p:cNvPr id="4" name="グラフ プレースホルダー 3">
            <a:extLst>
              <a:ext uri="{FF2B5EF4-FFF2-40B4-BE49-F238E27FC236}">
                <a16:creationId xmlns:a16="http://schemas.microsoft.com/office/drawing/2014/main" id="{9B8ED9A9-E62A-3447-9DDF-B838F3EAB7A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356100" y="1707538"/>
            <a:ext cx="7377400" cy="4817086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E54C1CE2-6444-0681-C19B-A717BCFBB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788" y="537550"/>
            <a:ext cx="11304000" cy="3600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sz="2600" b="1"/>
            </a:lvl1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5" name="テキスト プレースホルダー 5">
            <a:extLst>
              <a:ext uri="{FF2B5EF4-FFF2-40B4-BE49-F238E27FC236}">
                <a16:creationId xmlns:a16="http://schemas.microsoft.com/office/drawing/2014/main" id="{4D6149CA-82B9-987D-06ED-F3A518E072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788" y="261325"/>
            <a:ext cx="11304000" cy="18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1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セクションタイトル</a:t>
            </a:r>
          </a:p>
        </p:txBody>
      </p:sp>
      <p:sp>
        <p:nvSpPr>
          <p:cNvPr id="9" name="テキスト プレースホルダー 7">
            <a:extLst>
              <a:ext uri="{FF2B5EF4-FFF2-40B4-BE49-F238E27FC236}">
                <a16:creationId xmlns:a16="http://schemas.microsoft.com/office/drawing/2014/main" id="{E3681C67-92A5-4C41-CDCC-5A2D2B107D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788" y="943325"/>
            <a:ext cx="113040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リード文</a:t>
            </a:r>
          </a:p>
        </p:txBody>
      </p:sp>
    </p:spTree>
    <p:extLst>
      <p:ext uri="{BB962C8B-B14F-4D97-AF65-F5344CB8AC3E}">
        <p14:creationId xmlns:p14="http://schemas.microsoft.com/office/powerpoint/2010/main" val="24733425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85888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ーム紹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図プレースホルダー 15">
            <a:extLst>
              <a:ext uri="{FF2B5EF4-FFF2-40B4-BE49-F238E27FC236}">
                <a16:creationId xmlns:a16="http://schemas.microsoft.com/office/drawing/2014/main" id="{C5EFBBBB-0C74-CA31-50FB-644F52814399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727788" y="2136775"/>
            <a:ext cx="2034000" cy="2034000"/>
          </a:xfrm>
          <a:prstGeom prst="rect">
            <a:avLst/>
          </a:prstGeom>
          <a:noFill/>
        </p:spPr>
        <p:txBody>
          <a:bodyPr/>
          <a:lstStyle/>
          <a:p>
            <a:endParaRPr kumimoji="1" lang="ja-JP" altLang="en-US"/>
          </a:p>
        </p:txBody>
      </p:sp>
      <p:sp>
        <p:nvSpPr>
          <p:cNvPr id="32" name="図プレースホルダー 15">
            <a:extLst>
              <a:ext uri="{FF2B5EF4-FFF2-40B4-BE49-F238E27FC236}">
                <a16:creationId xmlns:a16="http://schemas.microsoft.com/office/drawing/2014/main" id="{97DFF720-6BAE-03C8-8789-3C3179DB70E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410288" y="2136775"/>
            <a:ext cx="2034000" cy="2034000"/>
          </a:xfrm>
          <a:prstGeom prst="rect">
            <a:avLst/>
          </a:prstGeom>
          <a:noFill/>
        </p:spPr>
        <p:txBody>
          <a:bodyPr/>
          <a:lstStyle/>
          <a:p>
            <a:endParaRPr kumimoji="1" lang="ja-JP" altLang="en-US"/>
          </a:p>
        </p:txBody>
      </p:sp>
      <p:sp>
        <p:nvSpPr>
          <p:cNvPr id="31" name="図プレースホルダー 15">
            <a:extLst>
              <a:ext uri="{FF2B5EF4-FFF2-40B4-BE49-F238E27FC236}">
                <a16:creationId xmlns:a16="http://schemas.microsoft.com/office/drawing/2014/main" id="{823C4E27-A211-0814-DC7A-CC993688CCF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092788" y="2136775"/>
            <a:ext cx="2034000" cy="2034000"/>
          </a:xfrm>
          <a:prstGeom prst="rect">
            <a:avLst/>
          </a:prstGeom>
          <a:noFill/>
        </p:spPr>
        <p:txBody>
          <a:bodyPr/>
          <a:lstStyle/>
          <a:p>
            <a:endParaRPr kumimoji="1" lang="ja-JP" altLang="en-US"/>
          </a:p>
        </p:txBody>
      </p:sp>
      <p:sp>
        <p:nvSpPr>
          <p:cNvPr id="30" name="図プレースホルダー 15">
            <a:extLst>
              <a:ext uri="{FF2B5EF4-FFF2-40B4-BE49-F238E27FC236}">
                <a16:creationId xmlns:a16="http://schemas.microsoft.com/office/drawing/2014/main" id="{A344FF5A-D05A-0FC1-CEFA-ACAB3512D0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775288" y="2136775"/>
            <a:ext cx="2034000" cy="2034000"/>
          </a:xfrm>
          <a:prstGeom prst="rect">
            <a:avLst/>
          </a:prstGeom>
          <a:noFill/>
        </p:spPr>
        <p:txBody>
          <a:bodyPr/>
          <a:lstStyle/>
          <a:p>
            <a:endParaRPr kumimoji="1" lang="ja-JP" altLang="en-US"/>
          </a:p>
        </p:txBody>
      </p:sp>
      <p:sp>
        <p:nvSpPr>
          <p:cNvPr id="16" name="図プレースホルダー 15">
            <a:extLst>
              <a:ext uri="{FF2B5EF4-FFF2-40B4-BE49-F238E27FC236}">
                <a16:creationId xmlns:a16="http://schemas.microsoft.com/office/drawing/2014/main" id="{A8083422-6FFE-7488-F2FE-19A4EEE4A67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57788" y="2136775"/>
            <a:ext cx="2034000" cy="2034000"/>
          </a:xfrm>
          <a:prstGeom prst="rect">
            <a:avLst/>
          </a:prstGeom>
          <a:noFill/>
        </p:spPr>
        <p:txBody>
          <a:bodyPr/>
          <a:lstStyle/>
          <a:p>
            <a:endParaRPr kumimoji="1" lang="ja-JP" altLang="en-US"/>
          </a:p>
        </p:txBody>
      </p:sp>
      <p:sp>
        <p:nvSpPr>
          <p:cNvPr id="15" name="テキスト プレースホルダー 12">
            <a:extLst>
              <a:ext uri="{FF2B5EF4-FFF2-40B4-BE49-F238E27FC236}">
                <a16:creationId xmlns:a16="http://schemas.microsoft.com/office/drawing/2014/main" id="{0BEDCF7C-FD40-3483-0747-F84C7401A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27788" y="4622488"/>
            <a:ext cx="2034000" cy="540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役職</a:t>
            </a:r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E00A5EC8-6CFE-0FB0-2B6D-4078ECF391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27788" y="4358518"/>
            <a:ext cx="2034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氏名</a:t>
            </a:r>
          </a:p>
        </p:txBody>
      </p:sp>
      <p:sp>
        <p:nvSpPr>
          <p:cNvPr id="19" name="テキスト プレースホルダー 12">
            <a:extLst>
              <a:ext uri="{FF2B5EF4-FFF2-40B4-BE49-F238E27FC236}">
                <a16:creationId xmlns:a16="http://schemas.microsoft.com/office/drawing/2014/main" id="{427C9F3C-7D08-9607-21F4-009202A970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0288" y="4622488"/>
            <a:ext cx="2034000" cy="540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役職</a:t>
            </a:r>
          </a:p>
        </p:txBody>
      </p:sp>
      <p:sp>
        <p:nvSpPr>
          <p:cNvPr id="18" name="テキスト プレースホルダー 10">
            <a:extLst>
              <a:ext uri="{FF2B5EF4-FFF2-40B4-BE49-F238E27FC236}">
                <a16:creationId xmlns:a16="http://schemas.microsoft.com/office/drawing/2014/main" id="{E1FA41FC-8CAD-7FAD-E05A-569098FF5AF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10288" y="4358518"/>
            <a:ext cx="2034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氏名</a:t>
            </a:r>
          </a:p>
        </p:txBody>
      </p:sp>
      <p:sp>
        <p:nvSpPr>
          <p:cNvPr id="22" name="テキスト プレースホルダー 12">
            <a:extLst>
              <a:ext uri="{FF2B5EF4-FFF2-40B4-BE49-F238E27FC236}">
                <a16:creationId xmlns:a16="http://schemas.microsoft.com/office/drawing/2014/main" id="{DF56E703-FCC9-A9E7-82A0-FB869AA019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92788" y="4622488"/>
            <a:ext cx="2034000" cy="540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役職</a:t>
            </a:r>
          </a:p>
        </p:txBody>
      </p:sp>
      <p:sp>
        <p:nvSpPr>
          <p:cNvPr id="21" name="テキスト プレースホルダー 10">
            <a:extLst>
              <a:ext uri="{FF2B5EF4-FFF2-40B4-BE49-F238E27FC236}">
                <a16:creationId xmlns:a16="http://schemas.microsoft.com/office/drawing/2014/main" id="{A6DF8DAA-87FA-8FBA-2D3F-5E607B3DED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92788" y="4358518"/>
            <a:ext cx="2034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氏名</a:t>
            </a:r>
          </a:p>
        </p:txBody>
      </p:sp>
      <p:sp>
        <p:nvSpPr>
          <p:cNvPr id="25" name="テキスト プレースホルダー 12">
            <a:extLst>
              <a:ext uri="{FF2B5EF4-FFF2-40B4-BE49-F238E27FC236}">
                <a16:creationId xmlns:a16="http://schemas.microsoft.com/office/drawing/2014/main" id="{2A0FCD61-F967-C961-FCD8-200E51E9C3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75288" y="4622488"/>
            <a:ext cx="2034000" cy="540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役職</a:t>
            </a:r>
          </a:p>
        </p:txBody>
      </p:sp>
      <p:sp>
        <p:nvSpPr>
          <p:cNvPr id="24" name="テキスト プレースホルダー 10">
            <a:extLst>
              <a:ext uri="{FF2B5EF4-FFF2-40B4-BE49-F238E27FC236}">
                <a16:creationId xmlns:a16="http://schemas.microsoft.com/office/drawing/2014/main" id="{0A3D99D0-0558-673E-1CAC-AECE6906B9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75288" y="4358518"/>
            <a:ext cx="2034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氏名</a:t>
            </a: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F4E7FC0E-E090-F628-8FEC-1386DE4E25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788" y="4622488"/>
            <a:ext cx="2034000" cy="540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役職</a:t>
            </a: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E8C82914-C48F-FD11-8743-2256815BC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788" y="4358518"/>
            <a:ext cx="2034000" cy="216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ja-JP" altLang="en-US"/>
              <a:t>氏名</a:t>
            </a:r>
          </a:p>
        </p:txBody>
      </p:sp>
      <p:sp>
        <p:nvSpPr>
          <p:cNvPr id="29" name="テキスト プレースホルダー 7">
            <a:extLst>
              <a:ext uri="{FF2B5EF4-FFF2-40B4-BE49-F238E27FC236}">
                <a16:creationId xmlns:a16="http://schemas.microsoft.com/office/drawing/2014/main" id="{C33379F1-CE82-3462-A23C-CADE827841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788" y="943325"/>
            <a:ext cx="113040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リード文</a:t>
            </a:r>
          </a:p>
        </p:txBody>
      </p:sp>
      <p:sp>
        <p:nvSpPr>
          <p:cNvPr id="28" name="テキスト プレースホルダー 5">
            <a:extLst>
              <a:ext uri="{FF2B5EF4-FFF2-40B4-BE49-F238E27FC236}">
                <a16:creationId xmlns:a16="http://schemas.microsoft.com/office/drawing/2014/main" id="{686E8B1C-F73C-8563-C127-1026606BEA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788" y="261325"/>
            <a:ext cx="11304000" cy="18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1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セクションタイトル</a:t>
            </a:r>
          </a:p>
        </p:txBody>
      </p:sp>
      <p:sp>
        <p:nvSpPr>
          <p:cNvPr id="27" name="タイトル 1">
            <a:extLst>
              <a:ext uri="{FF2B5EF4-FFF2-40B4-BE49-F238E27FC236}">
                <a16:creationId xmlns:a16="http://schemas.microsoft.com/office/drawing/2014/main" id="{09E3BA7D-EAFC-566B-680F-7031A373BE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788" y="537550"/>
            <a:ext cx="11304000" cy="3600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sz="2600" b="1"/>
            </a:lvl1pPr>
          </a:lstStyle>
          <a:p>
            <a:r>
              <a:rPr kumimoji="1" lang="ja-JP" altLang="en-US"/>
              <a:t>ページタイトル</a:t>
            </a:r>
          </a:p>
        </p:txBody>
      </p:sp>
    </p:spTree>
    <p:extLst>
      <p:ext uri="{BB962C8B-B14F-4D97-AF65-F5344CB8AC3E}">
        <p14:creationId xmlns:p14="http://schemas.microsoft.com/office/powerpoint/2010/main" val="14508442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ペー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17E8DC1-3A04-1A4C-6D38-BB36F5B7E8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Thank You.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ご清聴いただきありがとうございました。</a:t>
            </a:r>
          </a:p>
        </p:txBody>
      </p:sp>
    </p:spTree>
    <p:extLst>
      <p:ext uri="{BB962C8B-B14F-4D97-AF65-F5344CB8AC3E}">
        <p14:creationId xmlns:p14="http://schemas.microsoft.com/office/powerpoint/2010/main" val="23987261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ペー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Thank You.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ご清聴いただきありがとうございました。</a:t>
            </a:r>
          </a:p>
        </p:txBody>
      </p:sp>
    </p:spTree>
    <p:extLst>
      <p:ext uri="{BB962C8B-B14F-4D97-AF65-F5344CB8AC3E}">
        <p14:creationId xmlns:p14="http://schemas.microsoft.com/office/powerpoint/2010/main" val="20689135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ページ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Thank You.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ご清聴いただきありがとうございました。</a:t>
            </a:r>
          </a:p>
        </p:txBody>
      </p:sp>
    </p:spTree>
    <p:extLst>
      <p:ext uri="{BB962C8B-B14F-4D97-AF65-F5344CB8AC3E}">
        <p14:creationId xmlns:p14="http://schemas.microsoft.com/office/powerpoint/2010/main" val="19235608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ページ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265FAD1-EEA7-1971-5489-E53C3D2FF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1A61531-9B93-F243-E99F-E1EAC4241D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1700213"/>
            <a:ext cx="11340000" cy="1188000"/>
          </a:xfrm>
          <a:prstGeom prst="rect">
            <a:avLst/>
          </a:prstGeom>
        </p:spPr>
        <p:txBody>
          <a:bodyPr lIns="36000" tIns="36000" rIns="36000" bIns="72000" anchor="b"/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Thank You.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EA00B4-3BF9-8BDD-DA67-A2838B55CD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3118658"/>
            <a:ext cx="11340000" cy="324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ご清聴いただきありがとうございました。</a:t>
            </a:r>
          </a:p>
        </p:txBody>
      </p:sp>
    </p:spTree>
    <p:extLst>
      <p:ext uri="{BB962C8B-B14F-4D97-AF65-F5344CB8AC3E}">
        <p14:creationId xmlns:p14="http://schemas.microsoft.com/office/powerpoint/2010/main" val="34738739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_帯あり">
  <p:cSld name="タイトルとコンテンツ_帯あり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/>
          <p:nvPr/>
        </p:nvSpPr>
        <p:spPr>
          <a:xfrm rot="-5400000">
            <a:off x="5740682" y="-5734333"/>
            <a:ext cx="723333" cy="12192000"/>
          </a:xfrm>
          <a:prstGeom prst="rect">
            <a:avLst/>
          </a:prstGeom>
          <a:gradFill>
            <a:gsLst>
              <a:gs pos="0">
                <a:srgbClr val="59BEC9"/>
              </a:gs>
              <a:gs pos="50000">
                <a:srgbClr val="C8E9ED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Char char="■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2"/>
          </p:nvPr>
        </p:nvSpPr>
        <p:spPr>
          <a:xfrm>
            <a:off x="255955" y="0"/>
            <a:ext cx="10583282" cy="723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400">
                <a:solidFill>
                  <a:schemeClr val="accent4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E4C39E3-371B-8B33-E781-2A089A704C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5200" y="90000"/>
            <a:ext cx="888053" cy="439200"/>
          </a:xfrm>
          <a:prstGeom prst="rect">
            <a:avLst/>
          </a:prstGeom>
        </p:spPr>
      </p:pic>
      <p:sp>
        <p:nvSpPr>
          <p:cNvPr id="4" name="Google Shape;36;p19">
            <a:extLst>
              <a:ext uri="{FF2B5EF4-FFF2-40B4-BE49-F238E27FC236}">
                <a16:creationId xmlns:a16="http://schemas.microsoft.com/office/drawing/2014/main" id="{5CF5CDC5-1B3C-CA18-5353-3158CBD78BF3}"/>
              </a:ext>
            </a:extLst>
          </p:cNvPr>
          <p:cNvSpPr/>
          <p:nvPr userDrawn="1"/>
        </p:nvSpPr>
        <p:spPr>
          <a:xfrm>
            <a:off x="155608" y="6569138"/>
            <a:ext cx="1640141" cy="253875"/>
          </a:xfrm>
          <a:prstGeom prst="rect">
            <a:avLst/>
          </a:prstGeom>
          <a:solidFill>
            <a:schemeClr val="l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r>
              <a:rPr lang="en-US" altLang="ja-JP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&amp; Proprietary</a:t>
            </a:r>
            <a:endParaRPr sz="10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37;p19">
            <a:extLst>
              <a:ext uri="{FF2B5EF4-FFF2-40B4-BE49-F238E27FC236}">
                <a16:creationId xmlns:a16="http://schemas.microsoft.com/office/drawing/2014/main" id="{12694C6A-B8FA-3DE7-BE55-514EC3175EAA}"/>
              </a:ext>
            </a:extLst>
          </p:cNvPr>
          <p:cNvSpPr txBox="1"/>
          <p:nvPr userDrawn="1"/>
        </p:nvSpPr>
        <p:spPr>
          <a:xfrm>
            <a:off x="11446524" y="6569138"/>
            <a:ext cx="643549" cy="25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fld id="{00000000-1234-1234-1234-123412341234}" type="slidenum">
              <a:rPr lang="ja-JP" sz="1050" b="0" i="0" u="none" strike="noStrike" cap="none" smtClean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5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36;p19">
            <a:extLst>
              <a:ext uri="{FF2B5EF4-FFF2-40B4-BE49-F238E27FC236}">
                <a16:creationId xmlns:a16="http://schemas.microsoft.com/office/drawing/2014/main" id="{689690C1-CA98-4066-7DF9-50DBFDD5A00E}"/>
              </a:ext>
            </a:extLst>
          </p:cNvPr>
          <p:cNvSpPr/>
          <p:nvPr userDrawn="1"/>
        </p:nvSpPr>
        <p:spPr>
          <a:xfrm>
            <a:off x="5067294" y="6569137"/>
            <a:ext cx="1640141" cy="253875"/>
          </a:xfrm>
          <a:prstGeom prst="rect">
            <a:avLst/>
          </a:prstGeom>
          <a:solidFill>
            <a:schemeClr val="l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altLang="ja-JP" sz="9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Copyright 2024 LXIO, Inc.</a:t>
            </a:r>
            <a:endParaRPr sz="900" b="0" i="0" u="none" strike="noStrike" cap="none" dirty="0">
              <a:solidFill>
                <a:schemeClr val="bg1">
                  <a:lumMod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5531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805153B-DA6A-29AE-88A5-4211FE467FCD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C2DA7FA-A575-DC11-21A1-26144DE59EF5}"/>
              </a:ext>
            </a:extLst>
          </p:cNvPr>
          <p:cNvSpPr txBox="1"/>
          <p:nvPr userDrawn="1"/>
        </p:nvSpPr>
        <p:spPr>
          <a:xfrm>
            <a:off x="10728000" y="6588000"/>
            <a:ext cx="1078787" cy="180000"/>
          </a:xfrm>
          <a:prstGeom prst="rect">
            <a:avLst/>
          </a:prstGeom>
          <a:noFill/>
        </p:spPr>
        <p:txBody>
          <a:bodyPr wrap="square" lIns="36000" tIns="0" rIns="36000" bIns="36000" rtlCol="0">
            <a:spAutoFit/>
          </a:bodyPr>
          <a:lstStyle/>
          <a:p>
            <a:pPr algn="r"/>
            <a:fld id="{6F9B6F7D-E57B-CF41-B692-3815F51E7F20}" type="slidenum">
              <a:rPr kumimoji="1" lang="en-US" altLang="ja-JP" sz="1200" smtClean="0">
                <a:solidFill>
                  <a:schemeClr val="tx2"/>
                </a:solidFill>
              </a:rPr>
              <a:pPr algn="r"/>
              <a:t>‹#›</a:t>
            </a:fld>
            <a:endParaRPr kumimoji="1" lang="ja-JP" alt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714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0" r:id="rId3"/>
    <p:sldLayoutId id="2147483651" r:id="rId4"/>
    <p:sldLayoutId id="2147483652" r:id="rId5"/>
    <p:sldLayoutId id="2147483660" r:id="rId6"/>
    <p:sldLayoutId id="2147483658" r:id="rId7"/>
    <p:sldLayoutId id="2147483661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55" r:id="rId15"/>
    <p:sldLayoutId id="2147483656" r:id="rId16"/>
    <p:sldLayoutId id="2147483657" r:id="rId17"/>
    <p:sldLayoutId id="2147483677" r:id="rId18"/>
    <p:sldLayoutId id="2147483676" r:id="rId19"/>
    <p:sldLayoutId id="2147483653" r:id="rId20"/>
    <p:sldLayoutId id="2147483654" r:id="rId21"/>
    <p:sldLayoutId id="2147483668" r:id="rId22"/>
    <p:sldLayoutId id="2147483669" r:id="rId23"/>
    <p:sldLayoutId id="2147483684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401" userDrawn="1">
          <p15:clr>
            <a:srgbClr val="5ACBF0"/>
          </p15:clr>
        </p15:guide>
        <p15:guide id="3" pos="279" userDrawn="1">
          <p15:clr>
            <a:srgbClr val="5ACBF0"/>
          </p15:clr>
        </p15:guide>
        <p15:guide id="4" pos="2740" userDrawn="1">
          <p15:clr>
            <a:srgbClr val="5ACBF0"/>
          </p15:clr>
        </p15:guide>
        <p15:guide id="5" pos="2479" userDrawn="1">
          <p15:clr>
            <a:srgbClr val="5ACBF0"/>
          </p15:clr>
        </p15:guide>
        <p15:guide id="6" pos="3704" userDrawn="1">
          <p15:clr>
            <a:srgbClr val="5ACBF0"/>
          </p15:clr>
        </p15:guide>
        <p15:guide id="7" pos="3976" userDrawn="1">
          <p15:clr>
            <a:srgbClr val="5ACBF0"/>
          </p15:clr>
        </p15:guide>
        <p15:guide id="8" pos="4938" userDrawn="1">
          <p15:clr>
            <a:srgbClr val="5ACBF0"/>
          </p15:clr>
        </p15:guide>
        <p15:guide id="9" pos="5201" userDrawn="1">
          <p15:clr>
            <a:srgbClr val="5ACBF0"/>
          </p15:clr>
        </p15:guide>
        <p15:guide id="10" orient="horz" pos="981" userDrawn="1">
          <p15:clr>
            <a:srgbClr val="5ACBF0"/>
          </p15:clr>
        </p15:guide>
        <p15:guide id="11" orient="horz" pos="595" userDrawn="1">
          <p15:clr>
            <a:srgbClr val="5ACBF0"/>
          </p15:clr>
        </p15:guide>
        <p15:guide id="12" orient="horz" pos="278" userDrawn="1">
          <p15:clr>
            <a:srgbClr val="5ACBF0"/>
          </p15:clr>
        </p15:guide>
        <p15:guide id="13" orient="horz" pos="4110" userDrawn="1">
          <p15:clr>
            <a:srgbClr val="5ACBF0"/>
          </p15:clr>
        </p15:guide>
        <p15:guide id="14" orient="horz" pos="1071" userDrawn="1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9B646D-93E7-6362-88DC-B0BAF16B73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latin typeface="メイリオ"/>
                <a:ea typeface="メイリオ"/>
              </a:rPr>
              <a:t>Schedule Hub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1F3629C-642F-886D-D0BF-1D4B87DD17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latin typeface="メイリオ"/>
                <a:ea typeface="メイリオ"/>
              </a:rPr>
              <a:t>分散した予定を、確認したものだけカレンダーへ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B0FE356-D4FD-DDF4-7052-DF12A455BF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600">
                <a:latin typeface="メイリオ"/>
                <a:ea typeface="メイリオ"/>
              </a:rPr>
              <a:t>住友商事株式会社 ｜ 2026年8月25日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02646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9CD039-19FF-BE4B-0F0F-7F77CA8AD9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>
                <a:solidFill>
                  <a:schemeClr val="bg2"/>
                </a:solidFill>
              </a:rPr>
              <a:t>Thank You.</a:t>
            </a:r>
            <a:endParaRPr kumimoji="1" lang="ja-JP" altLang="en-US">
              <a:solidFill>
                <a:schemeClr val="bg2"/>
              </a:solidFill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5279A28-E307-A608-D59C-B83419B0B5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/>
              <a:t>ご清聴いただきありがとうございました。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788993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 1">
            <a:extLst>
              <a:ext uri="{FF2B5EF4-FFF2-40B4-BE49-F238E27FC236}">
                <a16:creationId xmlns:a16="http://schemas.microsoft.com/office/drawing/2014/main" id="{1B071C63-4FFD-6579-4BE5-EB82297D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2600" b="1">
                <a:latin typeface="メイリオ"/>
                <a:ea typeface="メイリオ"/>
              </a:rPr>
              <a:t>予定は、いろいろな場所に散らばっていた。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EBA801-9B5C-F008-14EB-3E1DA44A9A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None/>
            </a:pPr>
            <a:r>
              <a:rPr sz="1600" b="1">
                <a:solidFill>
                  <a:srgbClr val="15B5AA"/>
                </a:solidFill>
                <a:latin typeface="メイリオ"/>
                <a:ea typeface="メイリオ"/>
              </a:rPr>
              <a:t>なぜ作ったのか</a:t>
            </a:r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294F833-3D30-2061-58B1-A08B7AD60A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sz="1600" b="0">
                <a:latin typeface="メイリオ"/>
                <a:ea typeface="メイリオ"/>
              </a:rPr>
              <a:t>家族の予定を一つに把握できず、気づいたときには当日を迎えてしまう。</a:t>
            </a:r>
            <a:endParaRPr kumimoji="1" lang="ja-JP" altLang="en-US"/>
          </a:p>
        </p:txBody>
      </p:sp>
      <p:sp>
        <p:nvSpPr>
          <p:cNvPr id="6" name="Rounded Rectangle 5"/>
          <p:cNvSpPr/>
          <p:nvPr/>
        </p:nvSpPr>
        <p:spPr>
          <a:xfrm>
            <a:off x="649165" y="2297990"/>
            <a:ext cx="3444803" cy="1531023"/>
          </a:xfrm>
          <a:prstGeom prst="roundRect">
            <a:avLst>
              <a:gd name="adj" fmla="val 7500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0">
                <a:solidFill>
                  <a:srgbClr val="000000"/>
                </a:solidFill>
                <a:latin typeface="メイリオ"/>
                <a:ea typeface="メイリオ"/>
              </a:rPr>
              <a:t>LINEの連絡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1036" y="2297990"/>
            <a:ext cx="3444803" cy="1531023"/>
          </a:xfrm>
          <a:prstGeom prst="roundRect">
            <a:avLst>
              <a:gd name="adj" fmla="val 7500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0">
                <a:solidFill>
                  <a:srgbClr val="000000"/>
                </a:solidFill>
                <a:latin typeface="メイリオ"/>
                <a:ea typeface="メイリオ"/>
              </a:rPr>
              <a:t>紙カレンダー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2906" y="2297990"/>
            <a:ext cx="3444803" cy="1531023"/>
          </a:xfrm>
          <a:prstGeom prst="roundRect">
            <a:avLst>
              <a:gd name="adj" fmla="val 7500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0">
                <a:solidFill>
                  <a:srgbClr val="000000"/>
                </a:solidFill>
                <a:latin typeface="メイリオ"/>
                <a:ea typeface="メイリオ"/>
              </a:rPr>
              <a:t>TimeTree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165" y="4116081"/>
            <a:ext cx="3444803" cy="1531023"/>
          </a:xfrm>
          <a:prstGeom prst="roundRect">
            <a:avLst>
              <a:gd name="adj" fmla="val 7500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0">
                <a:solidFill>
                  <a:srgbClr val="000000"/>
                </a:solidFill>
                <a:latin typeface="メイリオ"/>
                <a:ea typeface="メイリオ"/>
              </a:rPr>
              <a:t>音声テキスト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1036" y="4116081"/>
            <a:ext cx="3444803" cy="1531023"/>
          </a:xfrm>
          <a:prstGeom prst="roundRect">
            <a:avLst>
              <a:gd name="adj" fmla="val 7500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0">
                <a:solidFill>
                  <a:srgbClr val="000000"/>
                </a:solidFill>
                <a:latin typeface="メイリオ"/>
                <a:ea typeface="メイリオ"/>
              </a:rPr>
              <a:t>学校PDF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2906" y="4116081"/>
            <a:ext cx="3444803" cy="1531023"/>
          </a:xfrm>
          <a:prstGeom prst="roundRect">
            <a:avLst>
              <a:gd name="adj" fmla="val 7500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0">
                <a:solidFill>
                  <a:srgbClr val="000000"/>
                </a:solidFill>
                <a:latin typeface="メイリオ"/>
                <a:ea typeface="メイリオ"/>
              </a:rPr>
              <a:t>伝助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 1">
            <a:extLst>
              <a:ext uri="{FF2B5EF4-FFF2-40B4-BE49-F238E27FC236}">
                <a16:creationId xmlns:a16="http://schemas.microsoft.com/office/drawing/2014/main" id="{1B071C63-4FFD-6579-4BE5-EB82297D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2600" b="1">
                <a:latin typeface="メイリオ"/>
                <a:ea typeface="メイリオ"/>
              </a:rPr>
              <a:t>「あとで確認しよう」を「予定として見える」へ変える。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EBA801-9B5C-F008-14EB-3E1DA44A9A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None/>
            </a:pPr>
            <a:r>
              <a:rPr sz="1600" b="1">
                <a:solidFill>
                  <a:srgbClr val="15B5AA"/>
                </a:solidFill>
                <a:latin typeface="メイリオ"/>
                <a:ea typeface="メイリオ"/>
              </a:rPr>
              <a:t>なぜ作ったのか</a:t>
            </a:r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294F833-3D30-2061-58B1-A08B7AD60A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sz="1600" b="0">
                <a:latin typeface="メイリオ"/>
                <a:ea typeface="メイリオ"/>
              </a:rPr>
              <a:t>分散した予定情報を自動で整理し、確認したものだけをGoogle Calendarに集約する。</a:t>
            </a:r>
            <a:endParaRPr kumimoji="1" lang="ja-JP" altLang="en-US"/>
          </a:p>
        </p:txBody>
      </p:sp>
      <p:sp>
        <p:nvSpPr>
          <p:cNvPr id="6" name="Rounded Rectangle 5"/>
          <p:cNvSpPr/>
          <p:nvPr/>
        </p:nvSpPr>
        <p:spPr>
          <a:xfrm>
            <a:off x="840543" y="2776435"/>
            <a:ext cx="4401693" cy="2296535"/>
          </a:xfrm>
          <a:prstGeom prst="roundRect">
            <a:avLst>
              <a:gd name="adj" fmla="val 5833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1">
                <a:solidFill>
                  <a:srgbClr val="5D6B78"/>
                </a:solidFill>
                <a:latin typeface="メイリオ"/>
                <a:ea typeface="メイリオ"/>
              </a:rPr>
              <a:t>これまで</a:t>
            </a:r>
          </a:p>
          <a:p>
            <a:pPr algn="ctr">
              <a:buNone/>
            </a:pPr>
            <a:r>
              <a:rPr sz="2200" b="1">
                <a:solidFill>
                  <a:srgbClr val="000000"/>
                </a:solidFill>
                <a:latin typeface="メイリオ"/>
                <a:ea typeface="メイリオ"/>
              </a:rPr>
              <a:t>「あとで確認しよう」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33615" y="3924703"/>
            <a:ext cx="765511" cy="0"/>
          </a:xfrm>
          <a:prstGeom prst="line">
            <a:avLst/>
          </a:prstGeom>
          <a:ln w="38100">
            <a:solidFill>
              <a:srgbClr val="15B5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90504" y="2776435"/>
            <a:ext cx="4401693" cy="2296535"/>
          </a:xfrm>
          <a:prstGeom prst="roundRect">
            <a:avLst>
              <a:gd name="adj" fmla="val 5833"/>
            </a:avLst>
          </a:prstGeom>
          <a:solidFill>
            <a:srgbClr val="15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これから</a:t>
            </a:r>
          </a:p>
          <a:p>
            <a:pPr algn="ctr">
              <a:buNone/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</a:rPr>
              <a:t>「予定として見える」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543" y="5312193"/>
            <a:ext cx="9951654" cy="57413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buNone/>
            </a:pPr>
            <a:r>
              <a:rPr sz="1700" b="0">
                <a:solidFill>
                  <a:srgbClr val="5D6B78"/>
                </a:solidFill>
                <a:latin typeface="メイリオ"/>
                <a:ea typeface="メイリオ"/>
              </a:rPr>
              <a:t>ひとつに統合する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 1">
            <a:extLst>
              <a:ext uri="{FF2B5EF4-FFF2-40B4-BE49-F238E27FC236}">
                <a16:creationId xmlns:a16="http://schemas.microsoft.com/office/drawing/2014/main" id="{1B071C63-4FFD-6579-4BE5-EB82297D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2600" b="1">
                <a:latin typeface="メイリオ"/>
                <a:ea typeface="メイリオ"/>
              </a:rPr>
              <a:t>AIで整理し、人が確認してから、Google Calendarへ。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EBA801-9B5C-F008-14EB-3E1DA44A9A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None/>
            </a:pPr>
            <a:r>
              <a:rPr sz="1600" b="1">
                <a:solidFill>
                  <a:srgbClr val="15B5AA"/>
                </a:solidFill>
                <a:latin typeface="メイリオ"/>
                <a:ea typeface="メイリオ"/>
              </a:rPr>
              <a:t>仕組み</a:t>
            </a:r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294F833-3D30-2061-58B1-A08B7AD60A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sz="1600" b="0">
                <a:latin typeface="メイリオ"/>
                <a:ea typeface="メイリオ"/>
              </a:rPr>
              <a:t>Google Calendarを唯一の正本とし、他のツールは「予定を集めるための入力元」として使う。</a:t>
            </a:r>
            <a:endParaRPr kumimoji="1" lang="ja-JP" altLang="en-US"/>
          </a:p>
        </p:txBody>
      </p:sp>
      <p:sp>
        <p:nvSpPr>
          <p:cNvPr id="6" name="Rounded Rectangle 5"/>
          <p:cNvSpPr/>
          <p:nvPr/>
        </p:nvSpPr>
        <p:spPr>
          <a:xfrm>
            <a:off x="649165" y="2297990"/>
            <a:ext cx="2392224" cy="2487913"/>
          </a:xfrm>
          <a:prstGeom prst="roundRect">
            <a:avLst>
              <a:gd name="adj" fmla="val 4800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900" b="1">
                <a:solidFill>
                  <a:srgbClr val="15B5AA"/>
                </a:solidFill>
                <a:latin typeface="メイリオ"/>
                <a:ea typeface="メイリオ"/>
              </a:rPr>
              <a:t>入力元</a:t>
            </a:r>
          </a:p>
          <a:p>
            <a:pPr algn="ctr">
              <a:buNone/>
            </a:pPr>
            <a:r>
              <a:rPr sz="1600" b="0">
                <a:solidFill>
                  <a:srgbClr val="000000"/>
                </a:solidFill>
                <a:latin typeface="メイリオ"/>
                <a:ea typeface="メイリオ"/>
              </a:rPr>
              <a:t>LINE・音声・写真</a:t>
            </a:r>
          </a:p>
          <a:p>
            <a:pPr algn="ctr">
              <a:buNone/>
            </a:pPr>
            <a:r>
              <a:rPr sz="1600" b="0">
                <a:solidFill>
                  <a:srgbClr val="000000"/>
                </a:solidFill>
                <a:latin typeface="メイリオ"/>
                <a:ea typeface="メイリオ"/>
              </a:rPr>
              <a:t>学校PDF・伝助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98803" y="3541947"/>
            <a:ext cx="363619" cy="0"/>
          </a:xfrm>
          <a:prstGeom prst="line">
            <a:avLst/>
          </a:prstGeom>
          <a:ln w="25400">
            <a:solidFill>
              <a:srgbClr val="15B5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19835" y="2297990"/>
            <a:ext cx="2392224" cy="2487913"/>
          </a:xfrm>
          <a:prstGeom prst="roundRect">
            <a:avLst>
              <a:gd name="adj" fmla="val 4800"/>
            </a:avLst>
          </a:prstGeom>
          <a:solidFill>
            <a:srgbClr val="EFF5F5"/>
          </a:solidFill>
          <a:ln w="25400">
            <a:solidFill>
              <a:srgbClr val="15B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900" b="1">
                <a:solidFill>
                  <a:srgbClr val="15B5AA"/>
                </a:solidFill>
                <a:latin typeface="メイリオ"/>
                <a:ea typeface="メイリオ"/>
              </a:rPr>
              <a:t>Schedule Hub</a:t>
            </a:r>
          </a:p>
          <a:p>
            <a:pPr algn="ctr">
              <a:buNone/>
            </a:pPr>
            <a:r>
              <a:rPr sz="1600" b="0">
                <a:solidFill>
                  <a:srgbClr val="000000"/>
                </a:solidFill>
                <a:latin typeface="メイリオ"/>
                <a:ea typeface="メイリオ"/>
              </a:rPr>
              <a:t>AIが予定候補へ</a:t>
            </a:r>
          </a:p>
          <a:p>
            <a:pPr algn="ctr">
              <a:buNone/>
            </a:pPr>
            <a:r>
              <a:rPr sz="1600" b="0">
                <a:solidFill>
                  <a:srgbClr val="000000"/>
                </a:solidFill>
                <a:latin typeface="メイリオ"/>
                <a:ea typeface="メイリオ"/>
              </a:rPr>
              <a:t>整理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69473" y="3541947"/>
            <a:ext cx="363618" cy="0"/>
          </a:xfrm>
          <a:prstGeom prst="line">
            <a:avLst/>
          </a:prstGeom>
          <a:ln w="25400">
            <a:solidFill>
              <a:srgbClr val="15B5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90504" y="2297990"/>
            <a:ext cx="2392224" cy="2487913"/>
          </a:xfrm>
          <a:prstGeom prst="roundRect">
            <a:avLst>
              <a:gd name="adj" fmla="val 4800"/>
            </a:avLst>
          </a:prstGeom>
          <a:solidFill>
            <a:srgbClr val="EFF5F5"/>
          </a:solidFill>
          <a:ln w="25400">
            <a:solidFill>
              <a:srgbClr val="15B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900" b="1">
                <a:solidFill>
                  <a:srgbClr val="15B5AA"/>
                </a:solidFill>
                <a:latin typeface="メイリオ"/>
                <a:ea typeface="メイリオ"/>
              </a:rPr>
              <a:t>本人が確認</a:t>
            </a:r>
          </a:p>
          <a:p>
            <a:pPr algn="ctr">
              <a:buNone/>
            </a:pPr>
            <a:r>
              <a:rPr sz="1600" b="0">
                <a:solidFill>
                  <a:srgbClr val="000000"/>
                </a:solidFill>
                <a:latin typeface="メイリオ"/>
                <a:ea typeface="メイリオ"/>
              </a:rPr>
              <a:t>自動反映しない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40142" y="3541947"/>
            <a:ext cx="363619" cy="0"/>
          </a:xfrm>
          <a:prstGeom prst="line">
            <a:avLst/>
          </a:prstGeom>
          <a:ln w="25400">
            <a:solidFill>
              <a:srgbClr val="15B5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261174" y="2297990"/>
            <a:ext cx="2296535" cy="2487913"/>
          </a:xfrm>
          <a:prstGeom prst="roundRect">
            <a:avLst>
              <a:gd name="adj" fmla="val 5000"/>
            </a:avLst>
          </a:prstGeom>
          <a:solidFill>
            <a:srgbClr val="15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Google Calendar</a:t>
            </a:r>
          </a:p>
          <a:p>
            <a:pPr algn="ctr">
              <a:buNone/>
            </a:pPr>
            <a:r>
              <a:rPr sz="1600" b="0">
                <a:solidFill>
                  <a:srgbClr val="FFFFFF"/>
                </a:solidFill>
                <a:latin typeface="メイリオ"/>
                <a:ea typeface="メイリオ"/>
              </a:rPr>
              <a:t>唯一の正本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165" y="5072971"/>
            <a:ext cx="10908544" cy="9568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buNone/>
            </a:pPr>
            <a:r>
              <a:rPr sz="1700" b="0">
                <a:solidFill>
                  <a:srgbClr val="5D6B78"/>
                </a:solidFill>
                <a:latin typeface="メイリオ"/>
                <a:ea typeface="メイリオ"/>
              </a:rPr>
              <a:t>確定後だけ作成・更新・削除／TimeTreeは読み取り専用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 1">
            <a:extLst>
              <a:ext uri="{FF2B5EF4-FFF2-40B4-BE49-F238E27FC236}">
                <a16:creationId xmlns:a16="http://schemas.microsoft.com/office/drawing/2014/main" id="{1B071C63-4FFD-6579-4BE5-EB82297D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2600" b="1">
                <a:latin typeface="メイリオ"/>
                <a:ea typeface="メイリオ"/>
              </a:rPr>
              <a:t>確認なしでカレンダーに入る予定は、ひとつもない。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EBA801-9B5C-F008-14EB-3E1DA44A9A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None/>
            </a:pPr>
            <a:r>
              <a:rPr sz="1600" b="1">
                <a:solidFill>
                  <a:srgbClr val="15B5AA"/>
                </a:solidFill>
                <a:latin typeface="メイリオ"/>
                <a:ea typeface="メイリオ"/>
              </a:rPr>
              <a:t>仕組み</a:t>
            </a:r>
            <a:endParaRPr kumimoji="1" lang="ja-JP" altLang="en-US"/>
          </a:p>
        </p:txBody>
      </p:sp>
      <p:sp>
        <p:nvSpPr>
          <p:cNvPr id="6" name="Rounded Rectangle 5"/>
          <p:cNvSpPr/>
          <p:nvPr/>
        </p:nvSpPr>
        <p:spPr>
          <a:xfrm>
            <a:off x="649165" y="2393679"/>
            <a:ext cx="3444803" cy="2200846"/>
          </a:xfrm>
          <a:prstGeom prst="roundRect">
            <a:avLst>
              <a:gd name="adj" fmla="val 6086"/>
            </a:avLst>
          </a:prstGeom>
          <a:solidFill>
            <a:srgbClr val="15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2000" b="1">
                <a:solidFill>
                  <a:srgbClr val="FFFFFF"/>
                </a:solidFill>
                <a:latin typeface="メイリオ"/>
                <a:ea typeface="メイリオ"/>
              </a:rPr>
              <a:t>確認なしの</a:t>
            </a:r>
          </a:p>
          <a:p>
            <a:pPr algn="ctr">
              <a:buNone/>
            </a:pPr>
            <a:r>
              <a:rPr sz="2000" b="1">
                <a:solidFill>
                  <a:srgbClr val="FFFFFF"/>
                </a:solidFill>
                <a:latin typeface="メイリオ"/>
                <a:ea typeface="メイリオ"/>
              </a:rPr>
              <a:t>登録なし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1036" y="2393679"/>
            <a:ext cx="3444803" cy="2200846"/>
          </a:xfrm>
          <a:prstGeom prst="roundRect">
            <a:avLst>
              <a:gd name="adj" fmla="val 6086"/>
            </a:avLst>
          </a:prstGeom>
          <a:solidFill>
            <a:srgbClr val="15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2000" b="1">
                <a:solidFill>
                  <a:srgbClr val="FFFFFF"/>
                </a:solidFill>
                <a:latin typeface="メイリオ"/>
                <a:ea typeface="メイリオ"/>
              </a:rPr>
              <a:t>TimeTree・伝助へ</a:t>
            </a:r>
          </a:p>
          <a:p>
            <a:pPr algn="ctr">
              <a:buNone/>
            </a:pPr>
            <a:r>
              <a:rPr sz="2000" b="1">
                <a:solidFill>
                  <a:srgbClr val="FFFFFF"/>
                </a:solidFill>
                <a:latin typeface="メイリオ"/>
                <a:ea typeface="メイリオ"/>
              </a:rPr>
              <a:t>書き込まない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2906" y="2393679"/>
            <a:ext cx="3444803" cy="2200846"/>
          </a:xfrm>
          <a:prstGeom prst="roundRect">
            <a:avLst>
              <a:gd name="adj" fmla="val 6086"/>
            </a:avLst>
          </a:prstGeom>
          <a:solidFill>
            <a:srgbClr val="15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2000" b="1">
                <a:solidFill>
                  <a:srgbClr val="FFFFFF"/>
                </a:solidFill>
                <a:latin typeface="メイリオ"/>
                <a:ea typeface="メイリオ"/>
              </a:rPr>
              <a:t>日時は</a:t>
            </a:r>
          </a:p>
          <a:p>
            <a:pPr algn="ctr">
              <a:buNone/>
            </a:pPr>
            <a:r>
              <a:rPr sz="2000" b="1">
                <a:solidFill>
                  <a:srgbClr val="FFFFFF"/>
                </a:solidFill>
                <a:latin typeface="メイリオ"/>
                <a:ea typeface="メイリオ"/>
              </a:rPr>
              <a:t>日本時間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5701" y="4929437"/>
            <a:ext cx="6315472" cy="956889"/>
          </a:xfrm>
          <a:prstGeom prst="roundRect">
            <a:avLst>
              <a:gd name="adj" fmla="val 10000"/>
            </a:avLst>
          </a:prstGeom>
          <a:solidFill>
            <a:srgbClr val="EFF5F5"/>
          </a:solidFill>
          <a:ln w="19050">
            <a:solidFill>
              <a:srgbClr val="15B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900" b="1">
                <a:solidFill>
                  <a:srgbClr val="000000"/>
                </a:solidFill>
                <a:latin typeface="メイリオ"/>
                <a:ea typeface="メイリオ"/>
              </a:rPr>
              <a:t>万一のときも7日間元に戻せる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 1">
            <a:extLst>
              <a:ext uri="{FF2B5EF4-FFF2-40B4-BE49-F238E27FC236}">
                <a16:creationId xmlns:a16="http://schemas.microsoft.com/office/drawing/2014/main" id="{1B071C63-4FFD-6579-4BE5-EB82297D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2600" b="1">
                <a:latin typeface="メイリオ"/>
                <a:ea typeface="メイリオ"/>
              </a:rPr>
              <a:t>LINEの案内を、そのまま予定として使える形にする。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EBA801-9B5C-F008-14EB-3E1DA44A9A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None/>
            </a:pPr>
            <a:r>
              <a:rPr sz="1600" b="1">
                <a:solidFill>
                  <a:srgbClr val="15B5AA"/>
                </a:solidFill>
                <a:latin typeface="メイリオ"/>
                <a:ea typeface="メイリオ"/>
              </a:rPr>
              <a:t>実例</a:t>
            </a:r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294F833-3D30-2061-58B1-A08B7AD60A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sz="1600" b="0">
                <a:latin typeface="メイリオ"/>
                <a:ea typeface="メイリオ"/>
              </a:rPr>
              <a:t>タイトル・日付・時刻・場所を取り出し、最後は確認画面で直してから登録する。</a:t>
            </a:r>
            <a:endParaRPr kumimoji="1" lang="ja-JP" altLang="en-US"/>
          </a:p>
        </p:txBody>
      </p:sp>
      <p:sp>
        <p:nvSpPr>
          <p:cNvPr id="6" name="Rounded Rectangle 5"/>
          <p:cNvSpPr/>
          <p:nvPr/>
        </p:nvSpPr>
        <p:spPr>
          <a:xfrm>
            <a:off x="649165" y="2202301"/>
            <a:ext cx="3253425" cy="3157736"/>
          </a:xfrm>
          <a:prstGeom prst="roundRect">
            <a:avLst>
              <a:gd name="adj" fmla="val 3636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700" b="1">
                <a:solidFill>
                  <a:srgbClr val="15B5AA"/>
                </a:solidFill>
                <a:latin typeface="メイリオ"/>
                <a:ea typeface="メイリオ"/>
              </a:rPr>
              <a:t>① LINEで届いた案内</a:t>
            </a:r>
          </a:p>
          <a:p>
            <a:pPr algn="ctr">
              <a:buNone/>
            </a:pPr>
            <a:r>
              <a:rPr sz="1600" b="0">
                <a:solidFill>
                  <a:srgbClr val="000000"/>
                </a:solidFill>
                <a:latin typeface="メイリオ"/>
                <a:ea typeface="メイリオ"/>
              </a:rPr>
              <a:t>「次回は夏合宿明け</a:t>
            </a:r>
          </a:p>
          <a:p>
            <a:pPr algn="ctr">
              <a:buNone/>
            </a:pPr>
            <a:r>
              <a:rPr sz="1600" b="0">
                <a:solidFill>
                  <a:srgbClr val="000000"/>
                </a:solidFill>
                <a:latin typeface="メイリオ"/>
                <a:ea typeface="メイリオ"/>
              </a:rPr>
              <a:t>8/18 11:00〜13:00</a:t>
            </a:r>
          </a:p>
          <a:p>
            <a:pPr algn="ctr">
              <a:buNone/>
            </a:pPr>
            <a:r>
              <a:rPr sz="1600" b="0">
                <a:solidFill>
                  <a:srgbClr val="000000"/>
                </a:solidFill>
                <a:latin typeface="メイリオ"/>
                <a:ea typeface="メイリオ"/>
              </a:rPr>
              <a:t>けやきグラウンドで</a:t>
            </a:r>
          </a:p>
          <a:p>
            <a:pPr algn="ctr">
              <a:buNone/>
            </a:pPr>
            <a:r>
              <a:rPr sz="1600" b="0">
                <a:solidFill>
                  <a:srgbClr val="000000"/>
                </a:solidFill>
                <a:latin typeface="メイリオ"/>
                <a:ea typeface="メイリオ"/>
              </a:rPr>
              <a:t>開催します」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79142" y="3781170"/>
            <a:ext cx="421032" cy="0"/>
          </a:xfrm>
          <a:prstGeom prst="line">
            <a:avLst/>
          </a:prstGeom>
          <a:ln w="25400">
            <a:solidFill>
              <a:srgbClr val="15B5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76725" y="2202301"/>
            <a:ext cx="3253425" cy="3157736"/>
          </a:xfrm>
          <a:prstGeom prst="roundRect">
            <a:avLst>
              <a:gd name="adj" fmla="val 3636"/>
            </a:avLst>
          </a:prstGeom>
          <a:solidFill>
            <a:srgbClr val="EFF5F5"/>
          </a:solidFill>
          <a:ln w="25400">
            <a:solidFill>
              <a:srgbClr val="15B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700" b="1">
                <a:solidFill>
                  <a:srgbClr val="15B5AA"/>
                </a:solidFill>
                <a:latin typeface="メイリオ"/>
                <a:ea typeface="メイリオ"/>
              </a:rPr>
              <a:t>② 登録前の確認</a:t>
            </a:r>
          </a:p>
          <a:p>
            <a:pPr algn="ctr">
              <a:buNone/>
            </a:pPr>
            <a:r>
              <a:rPr sz="1600" b="0">
                <a:solidFill>
                  <a:srgbClr val="000000"/>
                </a:solidFill>
                <a:latin typeface="メイリオ"/>
                <a:ea typeface="メイリオ"/>
              </a:rPr>
              <a:t>恭佑：自主練</a:t>
            </a:r>
          </a:p>
          <a:p>
            <a:pPr algn="ctr">
              <a:buNone/>
            </a:pPr>
            <a:r>
              <a:rPr sz="1600" b="0">
                <a:solidFill>
                  <a:srgbClr val="000000"/>
                </a:solidFill>
                <a:latin typeface="メイリオ"/>
                <a:ea typeface="メイリオ"/>
              </a:rPr>
              <a:t>2026/08/18（月）</a:t>
            </a:r>
          </a:p>
          <a:p>
            <a:pPr algn="ctr">
              <a:buNone/>
            </a:pPr>
            <a:r>
              <a:rPr sz="1600" b="0">
                <a:solidFill>
                  <a:srgbClr val="000000"/>
                </a:solidFill>
                <a:latin typeface="メイリオ"/>
                <a:ea typeface="メイリオ"/>
              </a:rPr>
              <a:t>11:00〜13:00</a:t>
            </a:r>
          </a:p>
          <a:p>
            <a:pPr algn="ctr">
              <a:buNone/>
            </a:pPr>
            <a:r>
              <a:rPr sz="1600" b="0">
                <a:solidFill>
                  <a:srgbClr val="000000"/>
                </a:solidFill>
                <a:latin typeface="メイリオ"/>
                <a:ea typeface="メイリオ"/>
              </a:rPr>
              <a:t>けやきグラウンド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6701" y="3781170"/>
            <a:ext cx="421032" cy="0"/>
          </a:xfrm>
          <a:prstGeom prst="line">
            <a:avLst/>
          </a:prstGeom>
          <a:ln w="25400">
            <a:solidFill>
              <a:srgbClr val="15B5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04284" y="2202301"/>
            <a:ext cx="3253425" cy="3157736"/>
          </a:xfrm>
          <a:prstGeom prst="roundRect">
            <a:avLst>
              <a:gd name="adj" fmla="val 3636"/>
            </a:avLst>
          </a:prstGeom>
          <a:solidFill>
            <a:srgbClr val="15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1700" b="1">
                <a:solidFill>
                  <a:srgbClr val="FFFFFF"/>
                </a:solidFill>
                <a:latin typeface="メイリオ"/>
                <a:ea typeface="メイリオ"/>
              </a:rPr>
              <a:t>③ Google Calendar</a:t>
            </a:r>
          </a:p>
          <a:p>
            <a:pPr algn="ctr">
              <a:buNone/>
            </a:pPr>
            <a:r>
              <a:rPr sz="1600" b="0">
                <a:solidFill>
                  <a:srgbClr val="FFFFFF"/>
                </a:solidFill>
                <a:latin typeface="メイリオ"/>
                <a:ea typeface="メイリオ"/>
              </a:rPr>
              <a:t>恭佑：自主練</a:t>
            </a:r>
          </a:p>
          <a:p>
            <a:pPr algn="ctr">
              <a:buNone/>
            </a:pPr>
            <a:r>
              <a:rPr sz="1600" b="0">
                <a:solidFill>
                  <a:srgbClr val="FFFFFF"/>
                </a:solidFill>
                <a:latin typeface="メイリオ"/>
                <a:ea typeface="メイリオ"/>
              </a:rPr>
              <a:t>8月18日（月）</a:t>
            </a:r>
          </a:p>
          <a:p>
            <a:pPr algn="ctr">
              <a:buNone/>
            </a:pPr>
            <a:r>
              <a:rPr sz="1600" b="0">
                <a:solidFill>
                  <a:srgbClr val="FFFFFF"/>
                </a:solidFill>
                <a:latin typeface="メイリオ"/>
                <a:ea typeface="メイリオ"/>
              </a:rPr>
              <a:t>11:00 〜 13:00</a:t>
            </a:r>
          </a:p>
          <a:p>
            <a:pPr algn="ctr">
              <a:buNone/>
            </a:pPr>
            <a:r>
              <a:rPr sz="1600" b="0">
                <a:solidFill>
                  <a:srgbClr val="FFFFFF"/>
                </a:solidFill>
                <a:latin typeface="メイリオ"/>
                <a:ea typeface="メイリオ"/>
              </a:rPr>
              <a:t>場所：けやきグラウンド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6725" y="5503571"/>
            <a:ext cx="3253425" cy="66982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buNone/>
            </a:pPr>
            <a:r>
              <a:rPr sz="1700" b="0">
                <a:solidFill>
                  <a:srgbClr val="5D6B78"/>
                </a:solidFill>
                <a:latin typeface="メイリオ"/>
                <a:ea typeface="メイリオ"/>
              </a:rPr>
              <a:t>本人が確認・確定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タイトル 3">
            <a:extLst>
              <a:ext uri="{FF2B5EF4-FFF2-40B4-BE49-F238E27FC236}">
                <a16:creationId xmlns:a16="http://schemas.microsoft.com/office/drawing/2014/main" id="{03F628E7-F89E-71F7-6251-CB1393728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2600" b="1">
                <a:latin typeface="メイリオ"/>
                <a:ea typeface="メイリオ"/>
              </a:rPr>
              <a:t>文章をそのままタイトルにせず、必要な情報に分けて確認する。</a:t>
            </a:r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AE416B7-AF48-AAEC-8448-0F2AE1C599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None/>
            </a:pPr>
            <a:r>
              <a:rPr sz="1600" b="1">
                <a:solidFill>
                  <a:srgbClr val="15B5AA"/>
                </a:solidFill>
                <a:latin typeface="メイリオ"/>
                <a:ea typeface="メイリオ"/>
              </a:rPr>
              <a:t>ポイント</a:t>
            </a:r>
            <a:endParaRPr kumimoji="1" lang="ja-JP" altLang="en-US"/>
          </a:p>
        </p:txBody>
      </p:sp>
      <p:sp>
        <p:nvSpPr>
          <p:cNvPr id="6" name="Rounded Rectangle 5"/>
          <p:cNvSpPr/>
          <p:nvPr/>
        </p:nvSpPr>
        <p:spPr>
          <a:xfrm>
            <a:off x="840973" y="2982262"/>
            <a:ext cx="3257084" cy="1915932"/>
          </a:xfrm>
          <a:prstGeom prst="roundRect">
            <a:avLst>
              <a:gd name="adj" fmla="val 6000"/>
            </a:avLst>
          </a:prstGeom>
          <a:solidFill>
            <a:srgbClr val="EFF5F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2000" b="1">
                <a:solidFill>
                  <a:srgbClr val="15B5AA"/>
                </a:solidFill>
                <a:latin typeface="メイリオ"/>
                <a:ea typeface="メイリオ"/>
              </a:rPr>
              <a:t>分ける</a:t>
            </a:r>
          </a:p>
          <a:p>
            <a:pPr algn="ctr">
              <a:buNone/>
            </a:pPr>
            <a:r>
              <a:rPr sz="1600" b="0">
                <a:solidFill>
                  <a:srgbClr val="000000"/>
                </a:solidFill>
                <a:latin typeface="メイリオ"/>
                <a:ea typeface="メイリオ"/>
              </a:rPr>
              <a:t>タイトル・日付</a:t>
            </a:r>
          </a:p>
          <a:p>
            <a:pPr algn="ctr">
              <a:buNone/>
            </a:pPr>
            <a:r>
              <a:rPr sz="1600" b="0">
                <a:solidFill>
                  <a:srgbClr val="000000"/>
                </a:solidFill>
                <a:latin typeface="メイリオ"/>
                <a:ea typeface="メイリオ"/>
              </a:rPr>
              <a:t>時刻・場所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74695" y="3940228"/>
            <a:ext cx="364027" cy="0"/>
          </a:xfrm>
          <a:prstGeom prst="line">
            <a:avLst/>
          </a:prstGeom>
          <a:ln w="25400">
            <a:solidFill>
              <a:srgbClr val="15B5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96200" y="2982262"/>
            <a:ext cx="3257084" cy="1915932"/>
          </a:xfrm>
          <a:prstGeom prst="roundRect">
            <a:avLst>
              <a:gd name="adj" fmla="val 6000"/>
            </a:avLst>
          </a:prstGeom>
          <a:solidFill>
            <a:srgbClr val="EFF5F5"/>
          </a:solidFill>
          <a:ln w="25400">
            <a:solidFill>
              <a:srgbClr val="15B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2000" b="1">
                <a:solidFill>
                  <a:srgbClr val="15B5AA"/>
                </a:solidFill>
                <a:latin typeface="メイリオ"/>
                <a:ea typeface="メイリオ"/>
              </a:rPr>
              <a:t>直せる</a:t>
            </a:r>
          </a:p>
          <a:p>
            <a:pPr algn="ctr">
              <a:buNone/>
            </a:pPr>
            <a:r>
              <a:rPr sz="1600" b="0">
                <a:solidFill>
                  <a:srgbClr val="000000"/>
                </a:solidFill>
                <a:latin typeface="メイリオ"/>
                <a:ea typeface="メイリオ"/>
              </a:rPr>
              <a:t>確認画面で修正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29921" y="3940228"/>
            <a:ext cx="364028" cy="0"/>
          </a:xfrm>
          <a:prstGeom prst="line">
            <a:avLst/>
          </a:prstGeom>
          <a:ln w="25400">
            <a:solidFill>
              <a:srgbClr val="15B5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51426" y="2982262"/>
            <a:ext cx="3027172" cy="1915932"/>
          </a:xfrm>
          <a:prstGeom prst="roundRect">
            <a:avLst>
              <a:gd name="adj" fmla="val 6000"/>
            </a:avLst>
          </a:prstGeom>
          <a:solidFill>
            <a:srgbClr val="15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buNone/>
            </a:pPr>
            <a:r>
              <a:rPr sz="2000" b="1">
                <a:solidFill>
                  <a:srgbClr val="FFFFFF"/>
                </a:solidFill>
                <a:latin typeface="メイリオ"/>
                <a:ea typeface="メイリオ"/>
              </a:rPr>
              <a:t>見える</a:t>
            </a:r>
          </a:p>
          <a:p>
            <a:pPr algn="ctr">
              <a:buNone/>
            </a:pPr>
            <a:r>
              <a:rPr sz="1600" b="0">
                <a:solidFill>
                  <a:srgbClr val="FFFFFF"/>
                </a:solidFill>
                <a:latin typeface="メイリオ"/>
                <a:ea typeface="メイリオ"/>
              </a:rPr>
              <a:t>家族で確認できる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973" y="5185583"/>
            <a:ext cx="10537626" cy="7663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buNone/>
            </a:pPr>
            <a:r>
              <a:rPr sz="1700" b="0">
                <a:solidFill>
                  <a:srgbClr val="5D6B78"/>
                </a:solidFill>
                <a:latin typeface="メイリオ"/>
                <a:ea typeface="メイリオ"/>
              </a:rPr>
              <a:t>間違いを直せる状態で確認してから、はじめて登録する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260423-3">
      <a:dk1>
        <a:srgbClr val="000000"/>
      </a:dk1>
      <a:lt1>
        <a:srgbClr val="FFFFFF"/>
      </a:lt1>
      <a:dk2>
        <a:srgbClr val="15B5AA"/>
      </a:dk2>
      <a:lt2>
        <a:srgbClr val="EFF5F5"/>
      </a:lt2>
      <a:accent1>
        <a:srgbClr val="88DBDF"/>
      </a:accent1>
      <a:accent2>
        <a:srgbClr val="7392F5"/>
      </a:accent2>
      <a:accent3>
        <a:srgbClr val="8557A7"/>
      </a:accent3>
      <a:accent4>
        <a:srgbClr val="96DC00"/>
      </a:accent4>
      <a:accent5>
        <a:srgbClr val="FF5A41"/>
      </a:accent5>
      <a:accent6>
        <a:srgbClr val="FFB41E"/>
      </a:accent6>
      <a:hlink>
        <a:srgbClr val="0000FF"/>
      </a:hlink>
      <a:folHlink>
        <a:srgbClr val="808080"/>
      </a:folHlink>
    </a:clrScheme>
    <a:fontScheme name="SC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daa-000d-422d-bde1-eff39c95bf07" xsi:nil="true"/>
    <lcf76f155ced4ddcb4097134ff3c332f xmlns="f189842b-e865-488f-969f-10c1c73f716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5E05310D6993684DB1378F2B24908695" ma:contentTypeVersion="11" ma:contentTypeDescription="建立新的文件。" ma:contentTypeScope="" ma:versionID="c1261ca1ef1dafae7212448d8b4095e9">
  <xsd:schema xmlns:xsd="http://www.w3.org/2001/XMLSchema" xmlns:xs="http://www.w3.org/2001/XMLSchema" xmlns:p="http://schemas.microsoft.com/office/2006/metadata/properties" xmlns:ns2="f189842b-e865-488f-969f-10c1c73f716f" xmlns:ns3="bbbe7daa-000d-422d-bde1-eff39c95bf07" targetNamespace="http://schemas.microsoft.com/office/2006/metadata/properties" ma:root="true" ma:fieldsID="56e498f4bd76a7a142ddbfbc30f20c52" ns2:_="" ns3:_="">
    <xsd:import namespace="f189842b-e865-488f-969f-10c1c73f716f"/>
    <xsd:import namespace="bbbe7daa-000d-422d-bde1-eff39c95bf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89842b-e865-488f-969f-10c1c73f71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影像標籤" ma:readOnly="false" ma:fieldId="{5cf76f15-5ced-4ddc-b409-7134ff3c332f}" ma:taxonomyMulti="true" ma:sspId="dda2d156-885c-4512-95ec-3fbd319f153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daa-000d-422d-bde1-eff39c95bf0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7f8281d-0886-4280-8c68-2c7d337f2c25}" ma:internalName="TaxCatchAll" ma:showField="CatchAllData" ma:web="bbbe7daa-000d-422d-bde1-eff39c95bf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4A90F8-11DB-49DC-B017-07A6CCA87D4C}">
  <ds:schemaRefs>
    <ds:schemaRef ds:uri="bbbe7daa-000d-422d-bde1-eff39c95bf07"/>
    <ds:schemaRef ds:uri="f189842b-e865-488f-969f-10c1c73f716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A4367EE-B147-497A-A7EF-FB5F746983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6476C6-1089-4E47-AFA2-FF2BA0BAE0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89842b-e865-488f-969f-10c1c73f716f"/>
    <ds:schemaRef ds:uri="bbbe7daa-000d-422d-bde1-eff39c95bf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ワイド画面</PresentationFormat>
  <Paragraphs>8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Meiryo UI</vt:lpstr>
      <vt:lpstr>メイリオ</vt:lpstr>
      <vt:lpstr>游ゴシック</vt:lpstr>
      <vt:lpstr>Arial</vt:lpstr>
      <vt:lpstr>Office テーマ</vt:lpstr>
      <vt:lpstr>プレゼンテーションタイトル</vt:lpstr>
      <vt:lpstr>Contents</vt:lpstr>
      <vt:lpstr>PowerPoint プレゼンテーション</vt:lpstr>
      <vt:lpstr>PowerPoint プレゼンテーション</vt:lpstr>
      <vt:lpstr>PowerPoint プレゼンテーション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2026-05-28T07:02:05Z</dcterms:created>
  <dcterms:modified xsi:type="dcterms:W3CDTF">2026-06-23T13:20:05Z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0x0101005E05310D6993684DB1378F2B24908695</vt:lpwstr>
  </property>
  <property fmtid="{D5CDD505-2E9C-101B-9397-08002B2CF9AE}" pid="3" name="MediaServiceImageTags">
    <vt:lpwstr/>
  </property>
  <property fmtid="{D5CDD505-2E9C-101B-9397-08002B2CF9AE}" pid="4" name="MSIP_Label_454acede-ec1b-4e45-85bd-5642035cb179_Enabled">
    <vt:lpwstr>true</vt:lpwstr>
  </property>
  <property fmtid="{D5CDD505-2E9C-101B-9397-08002B2CF9AE}" pid="5" name="MSIP_Label_454acede-ec1b-4e45-85bd-5642035cb179_SetDate">
    <vt:lpwstr>2026-06-03T00:53:54Z</vt:lpwstr>
  </property>
  <property fmtid="{D5CDD505-2E9C-101B-9397-08002B2CF9AE}" pid="6" name="MSIP_Label_454acede-ec1b-4e45-85bd-5642035cb179_Method">
    <vt:lpwstr>Standard</vt:lpwstr>
  </property>
  <property fmtid="{D5CDD505-2E9C-101B-9397-08002B2CF9AE}" pid="7" name="MSIP_Label_454acede-ec1b-4e45-85bd-5642035cb179_Name">
    <vt:lpwstr>Default</vt:lpwstr>
  </property>
  <property fmtid="{D5CDD505-2E9C-101B-9397-08002B2CF9AE}" pid="8" name="MSIP_Label_454acede-ec1b-4e45-85bd-5642035cb179_SiteId">
    <vt:lpwstr>43add221-db5c-489b-8198-44240765b4f3</vt:lpwstr>
  </property>
  <property fmtid="{D5CDD505-2E9C-101B-9397-08002B2CF9AE}" pid="9" name="MSIP_Label_454acede-ec1b-4e45-85bd-5642035cb179_ActionId">
    <vt:lpwstr>e43f3403-bb81-45e9-a410-9bfd09813c6b</vt:lpwstr>
  </property>
  <property fmtid="{D5CDD505-2E9C-101B-9397-08002B2CF9AE}" pid="10" name="MSIP_Label_454acede-ec1b-4e45-85bd-5642035cb179_ContentBits">
    <vt:lpwstr>0</vt:lpwstr>
  </property>
  <property fmtid="{D5CDD505-2E9C-101B-9397-08002B2CF9AE}" pid="11" name="MSIP_Label_454acede-ec1b-4e45-85bd-5642035cb179_Tag">
    <vt:lpwstr>10, 3, 0, 2</vt:lpwstr>
  </property>
  <property fmtid="{D5CDD505-2E9C-101B-9397-08002B2CF9AE}" pid="12" name="MSIP_Label_defa4170-0d19-0005-0004-bc88714345d2_Enabled">
    <vt:lpwstr>true</vt:lpwstr>
  </property>
  <property fmtid="{D5CDD505-2E9C-101B-9397-08002B2CF9AE}" pid="13" name="MSIP_Label_defa4170-0d19-0005-0004-bc88714345d2_SetDate">
    <vt:lpwstr>2026-06-09T03:33:49Z</vt:lpwstr>
  </property>
  <property fmtid="{D5CDD505-2E9C-101B-9397-08002B2CF9AE}" pid="14" name="MSIP_Label_defa4170-0d19-0005-0004-bc88714345d2_Method">
    <vt:lpwstr>Standard</vt:lpwstr>
  </property>
  <property fmtid="{D5CDD505-2E9C-101B-9397-08002B2CF9AE}" pid="15" name="MSIP_Label_defa4170-0d19-0005-0004-bc88714345d2_Name">
    <vt:lpwstr>defa4170-0d19-0005-0004-bc88714345d2</vt:lpwstr>
  </property>
  <property fmtid="{D5CDD505-2E9C-101B-9397-08002B2CF9AE}" pid="16" name="MSIP_Label_defa4170-0d19-0005-0004-bc88714345d2_SiteId">
    <vt:lpwstr>a36cb9fe-fcfb-4dde-a7fc-b4ebca10f1f0</vt:lpwstr>
  </property>
  <property fmtid="{D5CDD505-2E9C-101B-9397-08002B2CF9AE}" pid="17" name="MSIP_Label_defa4170-0d19-0005-0004-bc88714345d2_ActionId">
    <vt:lpwstr>78d687a1-6c09-4036-8870-7a027dc47063</vt:lpwstr>
  </property>
  <property fmtid="{D5CDD505-2E9C-101B-9397-08002B2CF9AE}" pid="18" name="MSIP_Label_defa4170-0d19-0005-0004-bc88714345d2_ContentBits">
    <vt:lpwstr>0</vt:lpwstr>
  </property>
  <property fmtid="{D5CDD505-2E9C-101B-9397-08002B2CF9AE}" pid="19" name="MSIP_Label_defa4170-0d19-0005-0004-bc88714345d2_Tag">
    <vt:lpwstr>10, 3, 0, 1</vt:lpwstr>
  </property>
</Properties>
</file>